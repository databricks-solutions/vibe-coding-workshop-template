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_transition: cover
Speaker: Welcome everyone to the Vibe Coding Workshop. Over the next session, we'll take
an animated journey through the entire framework — from raw schema CSVs to production data
products, Databricks Apps, and AI agents. Everything is driven by agent skills that encode
best practices into reusable, AI-readable instructions.
Timing: ~2 min for introductions and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Here's the roadmap. We start with concepts, then dive into the 9-stage data pipeline
animated as a journey through skill trees. Next, platform training on the building blocks.
Then hands-on with AppKit. Finally, you'll get copy-paste prompts to try it yourself.
Timing: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_transition: cover
Speaker: Vibe coding flips the ratio — you spend more time describing WHAT you want and less
time writing HOW. The AI handles implementation, guided by 59 agent skills that encode
Databricks best practices. You're the architect; the AI is the builder.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Four components live here. The Data Product Accelerator has 77 skills for the full
medallion architecture, AppKit has 10 skills for apps and agent chat, and the standalone
genai-agents course owns the Track A + SDLC agent path. The Agentic Framework is for
multi-agent systems. All generated code goes to the repo root — never inside the framework dirs.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Two entry points, same destination. Path A is for the "I want an app" crowd — build
a full-stack Databricks App through a branch-aware lifecycle. Path B is for the data engineers — design-first
pipeline through the full medallion architecture. They converge: your app can query your pipeline's Gold tables.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Every skill follows the same structure. YAML front matter has machine-readable metadata
for routing. The body has human-readable instructions. References directories hold the heavy
content, loaded only when needed. This keeps each SKILL.md under 2K tokens — lightweight for
the AI's context window.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Why tiers? Claude Opus has a 200K token window, but performance drops if you overload
it. We keep the operating budget at 40-60K tokens. Tier 1 is always loaded. Each subsequent tier
loads only what's needed for the current task. This is how 77 skills fit without blowing the context.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orchestrator/worker pattern is the backbone of the framework. Orchestrators are
your "00-" numbered entry points — they manage the full workflow for a pipeline stage.
Workers are the specialists — they handle one specific pattern. The Gold domain is unique:
it has two sub-groups of workers (design-time vs implementation-time).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This is the navigation flow. The AI reads AGENTS.md at the repo root, which routes
to the skill-navigator. The navigator matches keywords to the right orchestrator or worker.
Orchestrators then progressively load workers phase by phase. Common skills like naming-standards
and expert-agent are loaded as cross-cutting dependencies.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_transition: cover
Speaker: Now let's walk through the entire Data Product Accelerator pipeline. I'll show you
each of the 9 stages as a journey through the skill tree, progressively revealing how the
orchestrators and workers connect. Watch the pipeline bar at the top — it tracks our position.
Timing: ~30 sec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This is the full pipeline. It starts with a customer schema CSV and ends with GenAI
agents in production. The key insight is "design-first" — you design the Gold dimensional model
BEFORE building Bronze and Silver. This prevents rework. Let's walk through each stage.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Stage 1 is where everything begins. You feed in a schema CSV and the orchestrator
drives dimensional modeling — grains, dimensions, facts, conformed dimensions, ERDs, and
documentation. The YAML schemas it produces become the contract that drives ALL downstream stages.
Notice the non-negotiable defaults — every table gets auto liquid clustering, change data feed, etc.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Here's the worker tree for Gold Design. Each worker is loaded by the orchestrator at
the right phase. Grain definition comes first — it determines the granularity of each fact table.
Then dimension and fact patterns. ERDs get created, then documentation, and finally validation
cross-checks everything. The orchestrator manages the sequence.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Bronze is our test data factory. The orchestrator reads the same schema CSV and creates
DDLs that match the source system. The Faker worker generates realistic synthetic data with
configurable corruption rates for testing data quality rules downstream. Everything runs Serverless.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Silver is where data quality lives. The key pattern is storing DQ rules in a Delta table
rather than hardcoding them. This means you can update rules with a simple SQL UPDATE — no
redeployment needed. The orchestrator creates the rules table, the loader module, and the
DLT/SDP pipeline that applies them.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Stage 4 is the implementation counterpart to Stage 1's design. It reads the YAML schemas
and materializes them as actual Delta tables with proper MERGE scripts, deduplication logic, and
validation. Notice this is the same gold/ directory but different workers — pipeline-workers vs
design-workers. The YAML contract ensures design and implementation stay in sync.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Planning is the coordination layer. It reads the Gold schemas and produces 4 YAML
manifests — one for each downstream stage. These manifests are contracts: they specify exactly
what metric views, monitors, ML models, and agents to build. If a manifest is missing (user
skipped planning), orchestrators fall back to self-discovery from Gold tables.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semantic layer sits on top of Gold tables and makes them accessible to business
users via natural language. Metric Views are the highest priority — they pre-define business
metrics so Genie doesn't have to figure them out. TVFs handle parameterized patterns. Raw
tables are the fallback. The quality of Genie responses directly correlates with the depth
of context you provide.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Stage 6b is unique — it's a standalone orchestrator with its own optimization loop.
It generates benchmark questions, evaluates Genie's accuracy, optimizes the metadata (comments,
instructions), applies changes via the API, and re-benchmarks. It's like a training loop for
your Genie Space.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Observability ensures your data products stay healthy in production. Four workers cover
different aspects — monitoring tables, building dashboards, setting up alerts, and detecting
anomalies. The anomaly detection worker is special — it can auto-trigger after Silver or Gold
setup, adding freshness and completeness checks proactively.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ML pipelines consume Gold tables as feature sources. The orchestrator sets up the full
MLflow workflow — experiments, training, model registry, and inference. Everything is governed
through Unity Catalog. Models registered here can be served as endpoints for GenAI agents in Stage 9.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Stage 9 now starts at the course orchestrator. It routes to foundation setup, Track A
custom Agent Apps, the AppKit 2-Apps proxy, chat history and feedback, then the MLflow SDLC:
prompt registry, evaluation, registration, deployment, monitoring, and iteration.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These 8 common skills are the shared foundation. They're not tied to any single stage —
orchestrators pull them in as dependencies. The two you should always have loaded are
expert-agent (core behavior) and naming-tagging-standards (enterprise naming). Asset-bundles
is critical for any deployment. Autonomous-operations handles the "deploy, wait, diagnose, fix,
redeploy" loop automatically.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Here's the accelerator tree — 77 skills organized by domain. Orange badges are orchestrators
(entry points), green are workers (specific patterns). The skill-navigator routes to the right
one based on keywords. Common skills (8) are shared dependencies. This tree IS the framework.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routing algorithm is simple but effective. Keywords drive everything. The key rule:
prefer orchestrators for end-to-end work, workers for specific standalone tasks. The orchestrator
manages when to load each worker — you never need to manually sequence them.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_transition: cover
Speaker: Before we dive into the hands-on workshop, let's make sure everyone understands the
platform components we'll be building on. Six mini-modules, each 2-3 slides, covering the key
concepts and architecture patterns.
Timing: ~30 sec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Databricks Apps is a managed hosting service. Your app gets a container with Node.js,
a Service Principal for API calls, and auto-injected environment variables. The key constraint
is the ephemeral filesystem — anything your app writes locally is lost on restart. That's why
we use Lakebase for persistence and UC Volumes for files.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architecture is straightforward. Users hit the Databricks proxy, which forwards
requests to your app container. The proxy attaches the user's access token so your app can
make OBO calls. Your app connects to backend services — SQL Warehouse for analytics, Lakebase
for CRUD, UC Volumes for files, Genie for NL queries, and Foundation Models for LLM calls.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AppKit gives you a TypeScript backend and a React frontend in one package. The backend
handles SQL query execution with caching and retries. The frontend provides type-safe hooks
that call those queries. The typegen step bridges them — it reads your SQL files and generates
TypeScript types automatically.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This is the canonical project layout. Server code in server/, React in client/, SQL
queries in config/queries/. The filename of each .sql file becomes the query key. Plugin
registration happens in server.ts — you compose plugins freely. For custom API routes beyond
what plugins provide, use server.extend().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dev loop is strict — SQL first, typegen second, UI third. Never write UI code before
running typegen or your types won't exist. The SQL file convention is powerful — the filename
becomes the API endpoint, and .obo.sql runs as the user for per-user access control. On the
frontend, always memoize your params to avoid infinite refetch loops.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Lakebase is managed Postgres — but with OAuth instead of passwords. The plugin handles
token rotation automatically (tokens expire every hour, refreshed 2 minutes early). The key
architectural decision: use Lakebase for CRUD operations (writes, user data, app state) and
SQL Warehouse for read-only analytics (dashboards, aggregations). They complement each other.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Database design follows standard relational principles, but with Postgres-specific
conventions. Key callouts: use bigint identity (not serial), text (not varchar), numeric for
money (not float), and timestamptz (always timezone-aware). Schema isolation via DB_SCHEMA
prevents apps from stepping on each other's tables.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SDP (formerly DLT) lets you define pipelines declaratively. The engine manages execution,
retries, and dependencies. There are two Python APIs — the modern dp API and the legacy dlt API.
We still need the legacy API for data quality expectations. Everything runs Serverless with
ADVANCED edition for full feature access.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This is the single most impactful pattern in the Silver layer. By storing DQ rules in
a Delta table, you decouple rule management from code deployment. Data stewards can update rules
with SQL. The pipeline picks them up on the next run. Critical rules drop bad records; warning
rules log them but pass through. Delta time travel gives you a full audit history.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Genie translates natural language to SQL. The quality of its output depends entirely
on the context you provide. Agent instructions are the highest-impact lever — they teach Genie
your business rules. Table and column COMMENTs are next — Genie reads them when generating SQL.
Metric Views pre-define common aggregations so Genie doesn't have to figure them out.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Genie plugin makes it trivial to embed natural language analytics in your app. You
configure named space aliases in the server, then drop the GenieChat component in your React UI.
It handles streaming, history, and reconnection automatically. For custom UIs, the useGenieChat
hook gives you lower-level control over messages and status.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Unity Catalog is the governance layer that ties everything together. Every table, schema,
and volume is governed through UC. The key table properties — Change Data Feed, Row Tracking,
Auto-Optimize — are non-negotiable in this framework. The Files plugin connects AppKit to UC
Volumes for file upload/download, with env-based auto-discovery of volume paths.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_transition: cover
Speaker: Now for the hands-on part. We'll walk through the complete AppKit + Lakebase workshop
lifecycle — scaffolding a project, building a UI from a PRD, deploying with mock data, wiring
a Lakebase backend, and finally deploying with live data and running E2E tests.
Timing: ~30 sec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AppKit lifecycle still starts simply: scaffold, build, deploy mock. After that, it
branches. You can wire Lakebase, wire a Model Serving endpoint, wire a separate Agent App with
06d, then optionally add chat history and feedback before the final E2E deploy.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Phase 1 starts with authentication and scaffolding. The CLI generates the full project
structure. We scaffold blank — no plugins yet — because we want to build the UI with mock data
first. The typegen errors are normal at this point since we haven't added any SQL files.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Building from a PRD is where the app takes shape. The key insight: use mock data arrays
first. This lets you validate the entire UI flow without a database. Design quality matters —
the skill references the Anthropic frontend-design patterns to avoid generic-looking AI output.
Make it distinctive.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First deploy! Build locally, validate, deploy. The validate step catches config issues
before they hit the platform. If the deploy fails, stream logs and match against known errors.
The most important rule: don't improvise workarounds. The skill has a comprehensive error table —
use it. Improvised fixes (like adding npm lifecycle hooks) consistently cause cascading failures.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Phase 3 is config-only. The bundle declares the Lakebase project and app environment
variables, but the actual `lakebase()` registration and database code wait until Phase 4. This
prevents local runtime crashes before platform-injected Lakebase env vars exist.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Now we add the Lakebase plugin. Two steps: register in server.ts and configure env vars.
The plugin handles OAuth token rotation automatically — no passwords needed. DB_SCHEMA isolates
your app's tables within the shared database. Verify with npm run build to make sure the import compiles.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This is the most substantial phase. You design the schema from the PRD, write DDL,
create API routes with server.extend(), and build the mapper layer. The mock fallback pattern
is critical — every endpoint returns mock data if the database isn't available. This means
the app works locally without Lakebase AND degrades gracefully in production.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Two reusable patterns for the frontend. useLakebaseData wraps fetch/useState/useEffect
into a single hook — pass an endpoint, get back data and source. ConnectionStatus shows a green
or yellow indicator so users always know if they're seeing live or mock data. Put it on every page.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Here's the before and after. On the left, static mock arrays rendered directly. On the
right, the same component but now powered by the useLakebaseData hook. The data comes from the
API, which returns live data from Lakebase or falls back to mock. The ConnectionStatus indicator
switches from yellow "Mock" to green "Live" when the database connects.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final deploy. This time the app has Lakebase wired in, so the Service Principal
creates the database objects on first run. E2E testing verifies everything: the app loads,
shows live data, CRUD works, and — critically — the app handles Lakebase going idle (scale-to-zero)
and reconnecting gracefully.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Here's the plugin and proxy architecture. The built-in plugins connect to Databricks
services, and the newer agent-chat path can either use serving() or a separate Agent App proxy
with OBO forwarding. Chat history and feedback then persist messages and votes in Lakebase.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This map shows the updated AppKit skill graph. The base app path is still scaffold,
build, deploy mock. After plugin setup, Lakebase, serving endpoint wiring, and the separate Agent
App proxy are branches. Chat history depends on Lakebase plus an agent stream, and feedback depends
on the trace IDs captured by chat history.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_transition: cover
Speaker: Let's bring it all together. Both paths — the data pipeline and the app — converge into
a complete, production-grade solution. I'll show you how to get started with copy-paste prompts.
Timing: ~30 sec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Here's the convergence. Your data pipeline produces Gold tables, a semantic layer, ML
models, and GenAI agents. Your Databricks App queries those Gold tables via the analytics plugin,
embeds Genie via the genie plugin, stores app state in Lakebase, and can proxy agent responses
from Model Serving or a separate Agent App.
The two paths aren't separate — they're two halves of the same product.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Before you start, fill in these parameters. You'll need your workspace URL, a short
name for your app, and your CLI profile. The Lakebase values get filled in during Phase 3.
Run the pre-flight checks to make sure your environment is ready.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These are your copy-paste prompts. Start a new AI conversation for each phase. The @
syntax references files in your workspace — the AI reads the skill and follows its instructions.
Adjust the workspace URL and app name for your setup.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Path B follows the same pattern — one prompt per stage, one conversation per stage.
Start with Gold Design and your schema CSV. Each orchestrator handles the entire workflow for
its stage. The QUICKSTART.md file has the complete set of prompts for all 9 stages.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Bookmark these. The AGENTS.md is your entry point for any AI assistant. The AppKit docs
are the source of truth for API details. The Agent Skills repo has the latest Databricks-maintained
skills. And the framework docs have visual walkthroughs of how orchestrators work.
Timing: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_transition: cover
Speaker: That's the full journey — from a schema CSV or PRD to a production data product with
a beautiful Databricks App, all powered by AI-assisted development. The skills are ready. Your
AI assistant is ready. All you need is a workspace and a use case. Let's open it up for questions.
Timing: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 Workshop: Build Data Products with AI</dc:title>
  <dc:subject>An animated journey through 59 agent skills for building Databricks data products, apps, and AI agents</dc:subject>
  <dc:creator>Prashanth Subrahmanyam</dc:creator>
  <cp:lastModifiedBy>Prashanth Subrahmanyam</cp:lastModifiedBy>
  <cp:revision>1</cp:revision>
  <dcterms:created xsi:type="dcterms:W3CDTF">2026-04-27T13:35:40Z</dcterms:created>
  <dcterms:modified xsi:type="dcterms:W3CDTF">2026-04-27T13:35:40Z</dcterms:modified>
</cp:coreProperties>
</file>